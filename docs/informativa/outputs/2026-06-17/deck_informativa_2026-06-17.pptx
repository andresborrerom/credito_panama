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Por qué combinamos: WIRP + Taylor (backtest 2010-2024)  ·  corte 2026-06-17</a:t>
            </a:r>
          </a:p>
        </p:txBody>
      </p:sp>
      <p:pic>
        <p:nvPicPr>
          <p:cNvPr id="3" name="Picture 2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44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Dot plot Fed — proyecciones SEP  ·  corte 2026-06-17</a:t>
            </a:r>
          </a:p>
        </p:txBody>
      </p:sp>
      <p:pic>
        <p:nvPicPr>
          <p:cNvPr id="3" name="Picture 2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908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Fed Funds: mercado · analistas · sentiment  ·  corte 2026-06-17</a:t>
            </a:r>
          </a:p>
        </p:txBody>
      </p:sp>
      <p:pic>
        <p:nvPicPr>
          <p:cNvPr id="3" name="Picture 2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6351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Estructura temporal de tasas USA  ·  corte 2026-06-17</a:t>
            </a:r>
          </a:p>
        </p:txBody>
      </p:sp>
      <p:pic>
        <p:nvPicPr>
          <p:cNvPr id="3" name="Picture 2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84362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FX G10 + DXY: spots y evolución  ·  corte 2026-06-17</a:t>
            </a:r>
          </a:p>
        </p:txBody>
      </p:sp>
      <p:pic>
        <p:nvPicPr>
          <p:cNvPr id="3" name="Picture 2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75608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2026-06-17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corp · sector × plazo  ·  corte 2026-06-17</a:t>
            </a:r>
          </a:p>
        </p:txBody>
      </p:sp>
      <p:pic>
        <p:nvPicPr>
          <p:cNvPr id="3" name="Picture 2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0788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Panamá soberano + forwards implícitos  ·  corte 2026-06-17</a:t>
            </a:r>
          </a:p>
        </p:txBody>
      </p:sp>
      <p:pic>
        <p:nvPicPr>
          <p:cNvPr id="3" name="Picture 2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1457432" cy="78408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537960"/>
            <a:ext cx="114574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