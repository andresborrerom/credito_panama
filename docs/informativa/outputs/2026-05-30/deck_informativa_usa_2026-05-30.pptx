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6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7259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Pieza informativa — Tasas USA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Estructura temporal · proyecciones Fed · expectativas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EFF7"/>
                </a:solidFill>
              </a:rPr>
              <a:t>Corte de análisis · 2026-05-30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FF7"/>
                </a:solidFill>
              </a:rPr>
              <a:t>Datos: Bloomberg · FRED · EODHD · Fed (SEP) · NY Fed (PD Survey)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Bloque USA — Sprint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FF7"/>
                </a:solidFill>
              </a:rPr>
              <a:t>L_USA_1 dot plot · L_USA_2 path multi-fuente · L_USA_3 estructura temporal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Dot plot Fed — proyecciones SEP  ·  corte 2026-05-30</a:t>
            </a:r>
          </a:p>
        </p:txBody>
      </p:sp>
      <p:pic>
        <p:nvPicPr>
          <p:cNvPr id="3" name="Picture 2" descr="L_USA_1_dot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548640"/>
            <a:ext cx="11457432" cy="66195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53796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Documento informativo con fines analíticos. No constituye recomendación de inversión.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Fed Funds: mercado · analistas · sentiment  ·  corte 2026-05-30</a:t>
            </a:r>
          </a:p>
        </p:txBody>
      </p:sp>
      <p:pic>
        <p:nvPicPr>
          <p:cNvPr id="3" name="Picture 2" descr="L_USA_2_path_f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548640"/>
            <a:ext cx="11457432" cy="75222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53796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Documento informativo con fines analíticos. No constituye recomendación de inversión.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Estructura temporal de tasas USA  ·  corte 2026-05-30</a:t>
            </a:r>
          </a:p>
        </p:txBody>
      </p:sp>
      <p:pic>
        <p:nvPicPr>
          <p:cNvPr id="3" name="Picture 2" descr="L_USA_3_curvas_u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548640"/>
            <a:ext cx="11457432" cy="71220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53796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Documento informativo con fines analíticos. No constituye recomendación de inversión.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FF7"/>
                </a:solidFill>
              </a:rPr>
              <a:t>Documento informativo con fines analíticos. No constituye recomendación de inversión.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