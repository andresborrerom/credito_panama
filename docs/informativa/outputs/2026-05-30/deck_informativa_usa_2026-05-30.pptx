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A6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1072591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</a:rPr>
              <a:t>Pieza informativa — Tasas USA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108960"/>
            <a:ext cx="107259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</a:rPr>
              <a:t>Estructura temporal · proyecciones Fed · expectativas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023360"/>
            <a:ext cx="107259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8EFF7"/>
                </a:solidFill>
              </a:rPr>
              <a:t>Corte de análisis · 2026-05-30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943600"/>
            <a:ext cx="107259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FF7"/>
                </a:solidFill>
              </a:rPr>
              <a:t>Datos: Bloomberg · FRED · EODHD · Fed (SEP) · NY Fed (PD Survey)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7259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Bloque USA — Sprint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7259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8EFF7"/>
                </a:solidFill>
              </a:rPr>
              <a:t>L_USA_1 dot plot · L_USA_2 path multi-fuente · L_USA_3 estructura temporal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Dot plot Fed — proyecciones SEP  ·  corte 2026-05-30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560320"/>
            <a:ext cx="853135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i="1">
                <a:solidFill>
                  <a:srgbClr val="666666"/>
                </a:solidFill>
              </a:rPr>
              <a:t>En construcción · Sprint 1.2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Fed Funds: mercado · analistas · sentiment  ·  corte 2026-05-30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560320"/>
            <a:ext cx="853135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i="1">
                <a:solidFill>
                  <a:srgbClr val="666666"/>
                </a:solidFill>
              </a:rPr>
              <a:t>En construcción · Sprint 1.3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Estructura temporal de tasas USA  ·  corte 2026-05-30</a:t>
            </a:r>
          </a:p>
        </p:txBody>
      </p:sp>
      <p:pic>
        <p:nvPicPr>
          <p:cNvPr id="3" name="Picture 2" descr="L_USA_3_curvas_u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48640"/>
            <a:ext cx="11457432" cy="71220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7259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7259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8EFF7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