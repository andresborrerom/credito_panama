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2026-05-30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Por qué combinamos: WIRP + Taylor (backtest 2010-2024)  ·  corte 2026-05-30</a:t>
            </a:r>
          </a:p>
        </p:txBody>
      </p:sp>
      <p:pic>
        <p:nvPicPr>
          <p:cNvPr id="3" name="Picture 2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44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2026-05-30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08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2026-05-30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35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2026-05-30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8436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2026-05-30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3958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2026-05-30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78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+ forwards implícitos  ·  corte 2026-05-30</a:t>
            </a:r>
          </a:p>
        </p:txBody>
      </p:sp>
      <p:pic>
        <p:nvPicPr>
          <p:cNvPr id="3" name="Picture 2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840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