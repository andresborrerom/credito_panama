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2026-05-30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L_USA_1 dot plot SEP · L_USA_2 path multi-fuente · L_USA_3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Dot plot Fed — proyecciones SEP  ·  corte 2026-05-30</a:t>
            </a:r>
          </a:p>
        </p:txBody>
      </p:sp>
      <p:pic>
        <p:nvPicPr>
          <p:cNvPr id="3" name="Picture 2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195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Fed Funds: mercado · analistas · sentiment  ·  corte 2026-05-30</a:t>
            </a:r>
          </a:p>
        </p:txBody>
      </p:sp>
      <p:pic>
        <p:nvPicPr>
          <p:cNvPr id="3" name="Picture 2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5222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Estructura temporal de tasas USA  ·  corte 2026-05-30</a:t>
            </a:r>
          </a:p>
        </p:txBody>
      </p:sp>
      <p:pic>
        <p:nvPicPr>
          <p:cNvPr id="3" name="Picture 2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122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FX G10 + DXY: spots y evolución  ·  corte 2026-05-30</a:t>
            </a:r>
          </a:p>
        </p:txBody>
      </p:sp>
      <p:pic>
        <p:nvPicPr>
          <p:cNvPr id="3" name="Picture 2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366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L_PA_1 corp sector × plazo · L_PA_2 soberano + CDS (BBG v0.3)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corp · sector × plazo  ·  corte 2026-05-30</a:t>
            </a:r>
          </a:p>
        </p:txBody>
      </p:sp>
      <p:pic>
        <p:nvPicPr>
          <p:cNvPr id="3" name="Picture 2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8531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soberano · spread + EMBI + CDS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3.2 · pendiente plantilla BBG v0.3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