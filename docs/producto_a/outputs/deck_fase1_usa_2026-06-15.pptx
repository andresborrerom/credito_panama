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Reporte Tasas Mercantil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E8EFF7"/>
                </a:solidFill>
              </a:rPr>
              <a:t>Fase 1 — USA  ·  Corte 2026-06-15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EFF7"/>
                </a:solidFill>
              </a:rPr>
              <a:t>Modelo Mercantil v0.3.0  ·  Datos: Bloomberg + FRED + EODHD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nsajes_clave_2026-06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11457432" cy="63245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litica_monetaria_fed_2026-06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11457432" cy="6544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sas_mercado_usa_2026-06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11457432" cy="6992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va_ust_3cortes_2026-06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11457432" cy="50879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ectativas_fed_2026-06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11457432" cy="77055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lendario_usa_2026-06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11457432" cy="22762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stacados_usa_2026-06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11457432" cy="65185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ctura_analista_2026-06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11457432" cy="63245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